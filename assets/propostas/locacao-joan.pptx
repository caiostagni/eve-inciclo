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5"/>
    <p:restoredTop sz="94625"/>
  </p:normalViewPr>
  <p:slideViewPr>
    <p:cSldViewPr>
      <p:cViewPr>
        <p:scale>
          <a:sx n="90" d="100"/>
          <a:sy n="90" d="100"/>
        </p:scale>
        <p:origin x="1592" y="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3640454" cy="712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4550" spc="-515" dirty="0">
                <a:solidFill>
                  <a:srgbClr val="1F1F1F"/>
                </a:solidFill>
                <a:latin typeface="Arial Black"/>
                <a:cs typeface="Arial Black"/>
              </a:rPr>
              <a:t>JOANINHA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G2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C83DFE-29B2-7240-C96B-628E185E8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808" y="881992"/>
            <a:ext cx="5978454" cy="5236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33804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0" dirty="0"/>
              <a:t>JOANINHA</a:t>
            </a:r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G2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Joaninha G2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C05C4D-92C4-1091-1048-CCE58A361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8" r="5520"/>
          <a:stretch>
            <a:fillRect/>
          </a:stretch>
        </p:blipFill>
        <p:spPr>
          <a:xfrm>
            <a:off x="5592854" y="0"/>
            <a:ext cx="6599146" cy="6905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48" y="0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8ECA4D4-9BAF-12D4-D107-13FE91CB4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3"/>
          <a:stretch>
            <a:fillRect/>
          </a:stretch>
        </p:blipFill>
        <p:spPr>
          <a:xfrm>
            <a:off x="-7810" y="2097910"/>
            <a:ext cx="3901475" cy="287281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C8C957-630F-049D-5E79-3DF0A15A4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08"/>
          <a:stretch>
            <a:fillRect/>
          </a:stretch>
        </p:blipFill>
        <p:spPr>
          <a:xfrm>
            <a:off x="4369499" y="1195064"/>
            <a:ext cx="7772400" cy="5111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>
            <a:extLst>
              <a:ext uri="{FF2B5EF4-FFF2-40B4-BE49-F238E27FC236}">
                <a16:creationId xmlns:a16="http://schemas.microsoft.com/office/drawing/2014/main" id="{D0167641-05DF-31A9-217E-56B769636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83" y="4722990"/>
            <a:ext cx="3431116" cy="228741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D94966A-CAC6-111E-C428-AE242EB4C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3" t="26648" b="6674"/>
          <a:stretch>
            <a:fillRect/>
          </a:stretch>
        </p:blipFill>
        <p:spPr>
          <a:xfrm>
            <a:off x="-152400" y="2514601"/>
            <a:ext cx="3767665" cy="236078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EC440F2-59B2-1647-8451-6BA36C7BC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-19049"/>
            <a:ext cx="3800475" cy="253365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86800E1-114A-2C28-1FB8-15693A7B6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42AA6F7-3C0C-22C3-575F-BD6F144FFF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78"/>
          <a:stretch>
            <a:fillRect/>
          </a:stretch>
        </p:blipFill>
        <p:spPr>
          <a:xfrm>
            <a:off x="3417358" y="0"/>
            <a:ext cx="420264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E8B785-DF2D-A27F-8850-24134B0B2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0"/>
            <a:ext cx="7772400" cy="68080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JOANINHA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8</cp:revision>
  <dcterms:created xsi:type="dcterms:W3CDTF">2026-08-17T14:27:28Z</dcterms:created>
  <dcterms:modified xsi:type="dcterms:W3CDTF">2026-08-27T14:52:09Z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