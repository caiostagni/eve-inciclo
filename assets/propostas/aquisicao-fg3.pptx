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/>
    <p:restoredTop sz="94625"/>
  </p:normalViewPr>
  <p:slideViewPr>
    <p:cSldViewPr>
      <p:cViewPr varScale="1">
        <p:scale>
          <a:sx n="125" d="100"/>
          <a:sy n="125" d="100"/>
        </p:scale>
        <p:origin x="168" y="3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3640454" cy="712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550" spc="-515" dirty="0">
                <a:solidFill>
                  <a:srgbClr val="1F1F1F"/>
                </a:solidFill>
                <a:latin typeface="Arial Black"/>
                <a:cs typeface="Arial Black"/>
              </a:rPr>
              <a:t>FORMIGÃO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314840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900" spc="-105" dirty="0">
                <a:solidFill>
                  <a:srgbClr val="0040DE"/>
                </a:solidFill>
                <a:latin typeface="Arial Black"/>
                <a:cs typeface="Arial Black"/>
              </a:rPr>
              <a:t>G3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D369B67-840A-9D6A-8231-094CD67AE9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303" y="63795"/>
            <a:ext cx="663738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33804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50" dirty="0"/>
              <a:t>FORMIGÃO</a:t>
            </a:r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pt-BR" sz="2100" spc="-240" dirty="0">
                <a:solidFill>
                  <a:srgbClr val="FFFFFF"/>
                </a:solidFill>
                <a:latin typeface="Arial Black"/>
                <a:cs typeface="Arial Black"/>
              </a:rPr>
              <a:t>G3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Formigão G3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EE6EE5C-4338-1638-2364-302015712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" t="3525" r="11527"/>
          <a:stretch>
            <a:fillRect/>
          </a:stretch>
        </p:blipFill>
        <p:spPr>
          <a:xfrm>
            <a:off x="5562600" y="0"/>
            <a:ext cx="6629400" cy="68774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19D3AF0-4E05-64D4-FA4C-8C7D1E7757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72"/>
          <a:stretch>
            <a:fillRect/>
          </a:stretch>
        </p:blipFill>
        <p:spPr>
          <a:xfrm>
            <a:off x="4186107" y="1170085"/>
            <a:ext cx="7772400" cy="50673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73064DB-9296-018C-2477-1311C6E42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25" b="21919"/>
          <a:stretch>
            <a:fillRect/>
          </a:stretch>
        </p:blipFill>
        <p:spPr>
          <a:xfrm>
            <a:off x="-38503" y="1863109"/>
            <a:ext cx="3923433" cy="3775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FAB1839-BBAD-F174-AE22-1A0F559B5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687" y="0"/>
            <a:ext cx="4572000" cy="6858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6F061C9-B8F1-210E-7678-ADEC059B8D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86100" cy="20574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FE051E4-B929-3F39-C5F2-2184A9E531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0713"/>
            <a:ext cx="3086100" cy="2057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5A3E50E-F5A6-3471-0C22-7C0B6528FE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80" y="4108174"/>
            <a:ext cx="3116371" cy="289631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D4E8625-621A-A64F-BEEC-8FB70EC117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191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09220" y="2106824"/>
            <a:ext cx="4635666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lang="pt-BR" sz="2200" spc="-140">
                <a:solidFill>
                  <a:srgbClr val="91FFB0"/>
                </a:solidFill>
                <a:latin typeface="Arial Black"/>
                <a:cs typeface="Arial Black"/>
              </a:rPr>
              <a:t>AQUISIÇÃO</a:t>
            </a:r>
            <a:r>
              <a:rPr sz="2200" spc="-140">
                <a:solidFill>
                  <a:srgbClr val="91FFB0"/>
                </a:solidFill>
                <a:latin typeface="Arial Black"/>
                <a:cs typeface="Arial Black"/>
              </a:rPr>
              <a:t>:</a:t>
            </a:r>
            <a:endParaRPr sz="2200" dirty="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13A8D30-7EB6-0DA7-1807-9ED7610D7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616" y="0"/>
            <a:ext cx="663738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</TotalTime>
  <Words>702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FORMIGÃO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8</cp:revision>
  <dcterms:created xsi:type="dcterms:W3CDTF">2026-08-17T14:27:28Z</dcterms:created>
  <dcterms:modified xsi:type="dcterms:W3CDTF">2026-08-27T15:16:48Z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