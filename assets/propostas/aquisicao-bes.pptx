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3"/>
    <p:restoredTop sz="94625"/>
  </p:normalViewPr>
  <p:slideViewPr>
    <p:cSldViewPr>
      <p:cViewPr varScale="1">
        <p:scale>
          <a:sx n="125" d="100"/>
          <a:sy n="125" d="100"/>
        </p:scale>
        <p:origin x="168" y="3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2764155" cy="718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50" spc="-515" dirty="0">
                <a:solidFill>
                  <a:srgbClr val="1F1F1F"/>
                </a:solidFill>
                <a:latin typeface="Arial Black"/>
                <a:cs typeface="Arial Black"/>
              </a:rPr>
              <a:t>BESOURO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240284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105" dirty="0" err="1">
                <a:solidFill>
                  <a:srgbClr val="0040DE"/>
                </a:solidFill>
                <a:latin typeface="Arial Black"/>
                <a:cs typeface="Arial Black"/>
              </a:rPr>
              <a:t>Coletor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ED618D-CF74-75C5-D65B-C908CCD874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789726" y="213815"/>
            <a:ext cx="6707774" cy="67077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2171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BESOURO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100" spc="-240" dirty="0">
                <a:solidFill>
                  <a:srgbClr val="FFFFFF"/>
                </a:solidFill>
                <a:latin typeface="Arial Black"/>
                <a:cs typeface="Arial Black"/>
              </a:rPr>
              <a:t>COLETOR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Besouro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oletor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5C3E819-D212-D115-196F-E67BB4398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018" r="277"/>
          <a:stretch>
            <a:fillRect/>
          </a:stretch>
        </p:blipFill>
        <p:spPr>
          <a:xfrm>
            <a:off x="5581968" y="0"/>
            <a:ext cx="6991032" cy="68688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1AB79E-4175-7442-CA79-982B132B1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4445" r="43346" b="22380"/>
          <a:stretch>
            <a:fillRect/>
          </a:stretch>
        </p:blipFill>
        <p:spPr>
          <a:xfrm>
            <a:off x="-344" y="1676400"/>
            <a:ext cx="3885274" cy="36468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CFAFAE9-E861-893A-7CD6-6D45DF8E3B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27"/>
          <a:stretch>
            <a:fillRect/>
          </a:stretch>
        </p:blipFill>
        <p:spPr>
          <a:xfrm>
            <a:off x="4038600" y="1061995"/>
            <a:ext cx="8130219" cy="53033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D6C6039-0558-8D4C-EB5F-760485508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7" t="13679" r="4288" b="19211"/>
          <a:stretch>
            <a:fillRect/>
          </a:stretch>
        </p:blipFill>
        <p:spPr>
          <a:xfrm>
            <a:off x="9029284" y="4589127"/>
            <a:ext cx="3162716" cy="22974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0DAB31-7376-C42F-517C-8CC8D36D0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386" r="277" b="18556"/>
          <a:stretch>
            <a:fillRect/>
          </a:stretch>
        </p:blipFill>
        <p:spPr>
          <a:xfrm>
            <a:off x="0" y="0"/>
            <a:ext cx="9029284" cy="68865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9A266E1-EA44-5759-1950-22FC36DC1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" t="16128" b="17796"/>
          <a:stretch>
            <a:fillRect/>
          </a:stretch>
        </p:blipFill>
        <p:spPr>
          <a:xfrm>
            <a:off x="9029284" y="2455527"/>
            <a:ext cx="3162716" cy="2133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1C3EE42-0C61-2274-A9FC-983447D414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12" b="24012"/>
          <a:stretch>
            <a:fillRect/>
          </a:stretch>
        </p:blipFill>
        <p:spPr>
          <a:xfrm>
            <a:off x="9029284" y="0"/>
            <a:ext cx="3149600" cy="2455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3876" y="2106824"/>
            <a:ext cx="4515898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lang="pt-BR" sz="2200" spc="-285" dirty="0">
                <a:solidFill>
                  <a:srgbClr val="91FFB0"/>
                </a:solidFill>
                <a:latin typeface="Arial Black"/>
                <a:cs typeface="Arial Black"/>
              </a:rPr>
              <a:t>  AQUISIÇÃO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: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9406AE-0513-E5A0-0638-40E0A6008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590" y="1317578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703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BESOURO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4</cp:revision>
  <dcterms:created xsi:type="dcterms:W3CDTF">2026-08-17T14:27:28Z</dcterms:created>
  <dcterms:modified xsi:type="dcterms:W3CDTF">2026-08-27T15:15:02Z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