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82"/>
    <p:restoredTop sz="94605"/>
  </p:normalViewPr>
  <p:slideViewPr>
    <p:cSldViewPr>
      <p:cViewPr varScale="1">
        <p:scale>
          <a:sx n="66" d="100"/>
          <a:sy n="66" d="100"/>
        </p:scale>
        <p:origin x="216" y="16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24028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280" dirty="0">
                <a:solidFill>
                  <a:srgbClr val="0040DE"/>
                </a:solidFill>
                <a:latin typeface="Arial Black"/>
                <a:cs typeface="Arial Black"/>
              </a:rPr>
              <a:t>Eco</a:t>
            </a:r>
            <a:r>
              <a:rPr sz="2900" spc="-3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900" spc="-105" dirty="0">
                <a:solidFill>
                  <a:srgbClr val="0040DE"/>
                </a:solidFill>
                <a:latin typeface="Arial Black"/>
                <a:cs typeface="Arial Black"/>
              </a:rPr>
              <a:t>Coletor</a:t>
            </a:r>
            <a:r>
              <a:rPr sz="2900" spc="-3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900" spc="-615" dirty="0">
                <a:solidFill>
                  <a:srgbClr val="0040DE"/>
                </a:solidFill>
                <a:latin typeface="Arial Black"/>
                <a:cs typeface="Arial Black"/>
              </a:rPr>
              <a:t>L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450000"/>
            <a:ext cx="12192000" cy="5095875"/>
            <a:chOff x="0" y="450000"/>
            <a:chExt cx="12192000" cy="5095875"/>
          </a:xfrm>
        </p:grpSpPr>
        <p:sp>
          <p:nvSpPr>
            <p:cNvPr id="16" name="object 16"/>
            <p:cNvSpPr/>
            <p:nvPr/>
          </p:nvSpPr>
          <p:spPr>
            <a:xfrm>
              <a:off x="0" y="3944099"/>
              <a:ext cx="12192000" cy="29209"/>
            </a:xfrm>
            <a:custGeom>
              <a:avLst/>
              <a:gdLst/>
              <a:ahLst/>
              <a:cxnLst/>
              <a:rect l="l" t="t" r="r" b="b"/>
              <a:pathLst>
                <a:path w="12192000" h="29210">
                  <a:moveTo>
                    <a:pt x="6958266" y="63"/>
                  </a:moveTo>
                  <a:lnTo>
                    <a:pt x="0" y="63"/>
                  </a:lnTo>
                  <a:lnTo>
                    <a:pt x="0" y="28638"/>
                  </a:lnTo>
                  <a:lnTo>
                    <a:pt x="6958266" y="28638"/>
                  </a:lnTo>
                  <a:lnTo>
                    <a:pt x="6958266" y="63"/>
                  </a:lnTo>
                  <a:close/>
                </a:path>
                <a:path w="12192000" h="29210">
                  <a:moveTo>
                    <a:pt x="12192000" y="0"/>
                  </a:moveTo>
                  <a:lnTo>
                    <a:pt x="10255212" y="0"/>
                  </a:lnTo>
                  <a:lnTo>
                    <a:pt x="10255212" y="28575"/>
                  </a:lnTo>
                  <a:lnTo>
                    <a:pt x="12192000" y="2857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9825" y="450000"/>
              <a:ext cx="5789799" cy="50956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100" spc="-185" dirty="0">
                <a:solidFill>
                  <a:srgbClr val="FFFFFF"/>
                </a:solidFill>
                <a:latin typeface="Arial Black"/>
                <a:cs typeface="Arial Black"/>
              </a:rPr>
              <a:t>ECO</a:t>
            </a:r>
            <a:r>
              <a:rPr sz="2100" spc="-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40" dirty="0">
                <a:solidFill>
                  <a:srgbClr val="FFFFFF"/>
                </a:solidFill>
                <a:latin typeface="Arial Black"/>
                <a:cs typeface="Arial Black"/>
              </a:rPr>
              <a:t>COLETOR</a:t>
            </a:r>
            <a:r>
              <a:rPr sz="2100" spc="-1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500" dirty="0">
                <a:solidFill>
                  <a:srgbClr val="FFFFFF"/>
                </a:solidFill>
                <a:latin typeface="Arial Black"/>
                <a:cs typeface="Arial Black"/>
              </a:rPr>
              <a:t>L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Besouro 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Eco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coletor </a:t>
            </a:r>
            <a:r>
              <a:rPr sz="14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7023" y="0"/>
            <a:ext cx="12015470" cy="6858000"/>
            <a:chOff x="177023" y="0"/>
            <a:chExt cx="12015470" cy="68580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3825" y="0"/>
              <a:ext cx="6568176" cy="6857999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09804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1134812"/>
            <a:ext cx="11861800" cy="5140325"/>
            <a:chOff x="0" y="1134812"/>
            <a:chExt cx="11861800" cy="51403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10850"/>
              <a:ext cx="3885276" cy="2836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1474" y="1134812"/>
              <a:ext cx="7869949" cy="5140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101475" y="5855925"/>
              <a:ext cx="3404870" cy="419100"/>
            </a:xfrm>
            <a:custGeom>
              <a:avLst/>
              <a:gdLst/>
              <a:ahLst/>
              <a:cxnLst/>
              <a:rect l="l" t="t" r="r" b="b"/>
              <a:pathLst>
                <a:path w="3404870" h="419100">
                  <a:moveTo>
                    <a:pt x="34043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404399" y="0"/>
                  </a:lnTo>
                  <a:lnTo>
                    <a:pt x="3404399" y="419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127CDA5-3CE1-DB57-6C8C-A1DEC4ABE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1" y="0"/>
            <a:ext cx="3276599" cy="3276599"/>
          </a:xfrm>
          <a:prstGeom prst="rect">
            <a:avLst/>
          </a:prstGeom>
        </p:spPr>
      </p:pic>
      <p:pic>
        <p:nvPicPr>
          <p:cNvPr id="17" name="object 4">
            <a:extLst>
              <a:ext uri="{FF2B5EF4-FFF2-40B4-BE49-F238E27FC236}">
                <a16:creationId xmlns:a16="http://schemas.microsoft.com/office/drawing/2014/main" id="{4C22E893-FAA9-13E5-8742-9A41323FBEE2}"/>
              </a:ext>
            </a:extLst>
          </p:cNvPr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9151012" y="120962"/>
            <a:ext cx="2321796" cy="3538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15401" y="4589128"/>
            <a:ext cx="3276582" cy="22688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9186348" y="4831358"/>
            <a:ext cx="2286460" cy="369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9284" y="2209800"/>
            <a:ext cx="3162699" cy="23793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285175" y="138120"/>
            <a:ext cx="2136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BAÚ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ABERTURA</a:t>
            </a:r>
            <a:r>
              <a:rPr sz="1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LATERAL,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TRASEIRA</a:t>
            </a:r>
            <a:r>
              <a:rPr sz="1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TRAVAS</a:t>
            </a:r>
            <a:r>
              <a:rPr sz="1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SEGURANÇA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51012" y="4770182"/>
            <a:ext cx="2286459" cy="337913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87960">
              <a:lnSpc>
                <a:spcPct val="100000"/>
              </a:lnSpc>
            </a:pP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CÂMERA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RÉ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FAROL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TRASEIRO</a:t>
            </a:r>
            <a:endParaRPr sz="1000" dirty="0">
              <a:latin typeface="Lucida Sans Unicode"/>
              <a:cs typeface="Lucida Sans Unicode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ACB318-744F-FB92-19EF-BC095332DD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17" t="29541" r="14149"/>
          <a:stretch>
            <a:fillRect/>
          </a:stretch>
        </p:blipFill>
        <p:spPr>
          <a:xfrm>
            <a:off x="0" y="0"/>
            <a:ext cx="9039501" cy="6886575"/>
          </a:xfrm>
          <a:prstGeom prst="rect">
            <a:avLst/>
          </a:prstGeom>
        </p:spPr>
      </p:pic>
      <p:pic>
        <p:nvPicPr>
          <p:cNvPr id="15" name="object 4">
            <a:extLst>
              <a:ext uri="{FF2B5EF4-FFF2-40B4-BE49-F238E27FC236}">
                <a16:creationId xmlns:a16="http://schemas.microsoft.com/office/drawing/2014/main" id="{8CD46260-1406-5CB3-7FFE-B1035883F124}"/>
              </a:ext>
            </a:extLst>
          </p:cNvPr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9186348" y="2742232"/>
            <a:ext cx="1634052" cy="3697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151012" y="2627928"/>
            <a:ext cx="3650588" cy="48538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46685" marR="1511935">
              <a:lnSpc>
                <a:spcPct val="100000"/>
              </a:lnSpc>
            </a:pPr>
            <a:r>
              <a:rPr sz="1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PAINEL</a:t>
            </a:r>
            <a:r>
              <a:rPr sz="1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lang="pt-BR"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0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COMANDO</a:t>
            </a:r>
            <a:r>
              <a:rPr sz="10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lang="pt-BR" sz="1000" spc="-5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146685" marR="1511935">
              <a:lnSpc>
                <a:spcPct val="100000"/>
              </a:lnSpc>
            </a:pPr>
            <a:r>
              <a:rPr sz="1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TELA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CÂMERA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RÉ</a:t>
            </a:r>
            <a:endParaRPr sz="1000" dirty="0">
              <a:latin typeface="Lucida Sans Unicode"/>
              <a:cs typeface="Lucida Sans Unicode"/>
            </a:endParaRPr>
          </a:p>
        </p:txBody>
      </p:sp>
      <p:pic>
        <p:nvPicPr>
          <p:cNvPr id="16" name="object 4">
            <a:extLst>
              <a:ext uri="{FF2B5EF4-FFF2-40B4-BE49-F238E27FC236}">
                <a16:creationId xmlns:a16="http://schemas.microsoft.com/office/drawing/2014/main" id="{E7C389FC-F2CB-4AC2-842D-3882FA5D4462}"/>
              </a:ext>
            </a:extLst>
          </p:cNvPr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1436914" y="4171118"/>
            <a:ext cx="2286460" cy="369775"/>
          </a:xfrm>
          <a:prstGeom prst="rect">
            <a:avLst/>
          </a:prstGeom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E2E0157F-95C7-B585-D366-9074ED3079B9}"/>
              </a:ext>
            </a:extLst>
          </p:cNvPr>
          <p:cNvSpPr txBox="1"/>
          <p:nvPr/>
        </p:nvSpPr>
        <p:spPr>
          <a:xfrm>
            <a:off x="1447800" y="4267200"/>
            <a:ext cx="4724400" cy="17761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46685" marR="1511935">
              <a:lnSpc>
                <a:spcPct val="100000"/>
              </a:lnSpc>
            </a:pPr>
            <a:r>
              <a:rPr lang="en-US" sz="1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BAÚ BASCULANTE AUTOMATIZADO</a:t>
            </a:r>
            <a:endParaRPr sz="1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9219" y="2125031"/>
            <a:ext cx="4656649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lang="pt-BR" sz="2200" spc="-140" dirty="0">
                <a:solidFill>
                  <a:srgbClr val="91FFB0"/>
                </a:solidFill>
                <a:latin typeface="Arial Black"/>
                <a:cs typeface="Arial Black"/>
              </a:rPr>
              <a:t>AQUISIÇÃO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1223425"/>
            <a:ext cx="12020550" cy="5376545"/>
            <a:chOff x="177023" y="1223425"/>
            <a:chExt cx="12020550" cy="5376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0900" y="1223425"/>
              <a:ext cx="5704947" cy="427872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738</Words>
  <Application>Microsoft Macintosh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Cambria</vt:lpstr>
      <vt:lpstr>Lucida Sans Unicode</vt:lpstr>
      <vt:lpstr>Times New Roman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3</cp:revision>
  <dcterms:created xsi:type="dcterms:W3CDTF">2026-08-17T14:27:28Z</dcterms:created>
  <dcterms:modified xsi:type="dcterms:W3CDTF">2026-08-27T15:14:03Z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