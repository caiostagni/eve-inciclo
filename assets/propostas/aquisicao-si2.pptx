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/>
    <p:restoredTop sz="94625"/>
  </p:normalViewPr>
  <p:slideViewPr>
    <p:cSldViewPr>
      <p:cViewPr varScale="1">
        <p:scale>
          <a:sx n="125" d="100"/>
          <a:sy n="125" d="100"/>
        </p:scale>
        <p:origin x="168" y="3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3640454" cy="712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550" spc="-515" dirty="0">
                <a:solidFill>
                  <a:srgbClr val="1F1F1F"/>
                </a:solidFill>
                <a:latin typeface="Arial Black"/>
                <a:cs typeface="Arial Black"/>
              </a:rPr>
              <a:t>SEGWAY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I2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37C0ACC-1AB7-BFBC-20E8-BFEA710CB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262" y="4762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33804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0" dirty="0"/>
              <a:t>SEGWAY</a:t>
            </a:r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I2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Segway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I2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5C4986D-B826-9438-09A4-BD622C67E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5" r="23158"/>
          <a:stretch>
            <a:fillRect/>
          </a:stretch>
        </p:blipFill>
        <p:spPr>
          <a:xfrm>
            <a:off x="5625275" y="0"/>
            <a:ext cx="6566725" cy="6905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48" y="0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55971CD-F9DA-CD0A-FC8E-02D41E193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72"/>
          <a:stretch>
            <a:fillRect/>
          </a:stretch>
        </p:blipFill>
        <p:spPr>
          <a:xfrm>
            <a:off x="4267200" y="1143000"/>
            <a:ext cx="7916990" cy="516156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F2550EC-11AB-ACD7-09FE-E968055E7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5" r="23158"/>
          <a:stretch>
            <a:fillRect/>
          </a:stretch>
        </p:blipFill>
        <p:spPr>
          <a:xfrm>
            <a:off x="-7810" y="1556705"/>
            <a:ext cx="3900905" cy="4102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>
            <a:extLst>
              <a:ext uri="{FF2B5EF4-FFF2-40B4-BE49-F238E27FC236}">
                <a16:creationId xmlns:a16="http://schemas.microsoft.com/office/drawing/2014/main" id="{0FD48A15-80A3-85F0-CA3D-40F851613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1"/>
          <a:stretch>
            <a:fillRect/>
          </a:stretch>
        </p:blipFill>
        <p:spPr>
          <a:xfrm>
            <a:off x="8153400" y="-104775"/>
            <a:ext cx="4038600" cy="706755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FEA5845C-2EB8-5E63-A720-2E375F605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832"/>
          <a:stretch>
            <a:fillRect/>
          </a:stretch>
        </p:blipFill>
        <p:spPr>
          <a:xfrm>
            <a:off x="3733800" y="-104775"/>
            <a:ext cx="4419600" cy="706405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BFED404A-A46A-C376-4068-89668C1C0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247" y="0"/>
            <a:ext cx="380404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09220" y="2106824"/>
            <a:ext cx="463566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lang="pt-BR" sz="2200" spc="-140" dirty="0">
                <a:solidFill>
                  <a:srgbClr val="91FFB0"/>
                </a:solidFill>
                <a:latin typeface="Arial Black"/>
                <a:cs typeface="Arial Black"/>
              </a:rPr>
              <a:t>AQUISIÇÃO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: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965D0A-9D44-153A-7C40-2971860AE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90" y="15240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702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SEGWAY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10</cp:revision>
  <dcterms:created xsi:type="dcterms:W3CDTF">2026-08-17T14:27:28Z</dcterms:created>
  <dcterms:modified xsi:type="dcterms:W3CDTF">2026-08-27T15:17:42Z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