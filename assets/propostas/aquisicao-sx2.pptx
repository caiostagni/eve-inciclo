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658"/>
  </p:normalViewPr>
  <p:slideViewPr>
    <p:cSldViewPr>
      <p:cViewPr varScale="1">
        <p:scale>
          <a:sx n="120" d="100"/>
          <a:sy n="120" d="100"/>
        </p:scale>
        <p:origin x="56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3640454" cy="71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550" spc="-515" dirty="0">
                <a:solidFill>
                  <a:srgbClr val="1F1F1F"/>
                </a:solidFill>
                <a:latin typeface="Arial Black"/>
                <a:cs typeface="Arial Black"/>
              </a:rPr>
              <a:t>SEGWAY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X2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FEBDCA-52B7-374E-0B58-049F44E72E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727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3380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0" dirty="0"/>
              <a:t>SEGWAY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X2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Segway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X2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4718D8A-F9A5-7FA6-5417-A9D12A8EF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0"/>
          <a:stretch>
            <a:fillRect/>
          </a:stretch>
        </p:blipFill>
        <p:spPr>
          <a:xfrm>
            <a:off x="6076950" y="-1"/>
            <a:ext cx="6116066" cy="6877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48" y="0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96E815F-8EF0-7900-8BAC-768A323B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72"/>
          <a:stretch>
            <a:fillRect/>
          </a:stretch>
        </p:blipFill>
        <p:spPr>
          <a:xfrm>
            <a:off x="4160419" y="1174847"/>
            <a:ext cx="7772400" cy="50673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B53871A-0A60-A2AE-70E6-C35D13AA5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37" t="20832" r="15174"/>
          <a:stretch>
            <a:fillRect/>
          </a:stretch>
        </p:blipFill>
        <p:spPr>
          <a:xfrm>
            <a:off x="-15620" y="1657431"/>
            <a:ext cx="3908704" cy="4102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424C3114-50B7-7EC3-5E0A-8030CD5C7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0"/>
            <a:ext cx="4572000" cy="68580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CCDFE459-8141-1F0B-47C9-EBACB375E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0"/>
            <a:ext cx="4572000" cy="68580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57673F54-DF92-A4BF-33D5-F59ABAA10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9220" y="2106824"/>
            <a:ext cx="463566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lang="pt-BR" sz="2200" spc="-140" dirty="0">
                <a:solidFill>
                  <a:srgbClr val="91FFB0"/>
                </a:solidFill>
                <a:latin typeface="Arial Black"/>
                <a:cs typeface="Arial Black"/>
              </a:rPr>
              <a:t>AQUISIÇÃO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: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12CFED-33CF-53C2-6078-0CE58BD6C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012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SEGWAY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11</cp:revision>
  <dcterms:created xsi:type="dcterms:W3CDTF">2026-08-17T14:27:28Z</dcterms:created>
  <dcterms:modified xsi:type="dcterms:W3CDTF">2026-08-27T15:18:12Z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