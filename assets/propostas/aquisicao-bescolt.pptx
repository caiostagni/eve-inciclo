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Eco </a:t>
            </a:r>
            <a:r>
              <a:rPr lang="pt-BR" sz="2900" spc="-105" dirty="0" err="1">
                <a:solidFill>
                  <a:srgbClr val="0040DE"/>
                </a:solidFill>
                <a:latin typeface="Arial Black"/>
                <a:cs typeface="Arial Black"/>
              </a:rPr>
              <a:t>T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38F7DF-E69B-10FC-E336-F5298B23F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405" y="-857250"/>
            <a:ext cx="771525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ECO </a:t>
            </a:r>
            <a:r>
              <a:rPr lang="pt-BR" sz="2100" spc="-240" dirty="0" err="1">
                <a:solidFill>
                  <a:srgbClr val="FFFFFF"/>
                </a:solidFill>
                <a:latin typeface="Arial Black"/>
                <a:cs typeface="Arial Black"/>
              </a:rPr>
              <a:t>T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Eco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8B83262-0F1A-B17E-5124-E8E63084D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480" y="0"/>
            <a:ext cx="7009300" cy="700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DE9828-EB1C-3D6E-55E2-351B92BFD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7" t="26832" r="29023"/>
          <a:stretch>
            <a:fillRect/>
          </a:stretch>
        </p:blipFill>
        <p:spPr>
          <a:xfrm>
            <a:off x="-20397" y="1542816"/>
            <a:ext cx="3905671" cy="37912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EE5D1D-FA58-CFC9-FF7D-727FEFF722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72"/>
          <a:stretch>
            <a:fillRect/>
          </a:stretch>
        </p:blipFill>
        <p:spPr>
          <a:xfrm>
            <a:off x="4188532" y="1170085"/>
            <a:ext cx="77724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F5A65F6-4ED8-4BFE-CA49-3941A7A4B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957" y="-533400"/>
            <a:ext cx="3122989" cy="31229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31D6C6E-1E24-6517-2FDB-8A7A90745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0" t="14470" r="17498"/>
          <a:stretch>
            <a:fillRect/>
          </a:stretch>
        </p:blipFill>
        <p:spPr>
          <a:xfrm>
            <a:off x="0" y="-1"/>
            <a:ext cx="9029284" cy="68865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FAFDE4-5D13-0C3C-FCF0-C427D7741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6"/>
          <a:stretch>
            <a:fillRect/>
          </a:stretch>
        </p:blipFill>
        <p:spPr>
          <a:xfrm>
            <a:off x="9029284" y="4600575"/>
            <a:ext cx="3162716" cy="2286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781B927-A3E8-F9B4-EA38-7CE37CF77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71" b="9677"/>
          <a:stretch>
            <a:fillRect/>
          </a:stretch>
        </p:blipFill>
        <p:spPr>
          <a:xfrm>
            <a:off x="9048958" y="1981200"/>
            <a:ext cx="31496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20" y="2106824"/>
            <a:ext cx="46356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 dirty="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06EB84-AEA9-2907-76DD-2E7A9FABD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018277"/>
            <a:ext cx="6115050" cy="6115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705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6</cp:revision>
  <dcterms:created xsi:type="dcterms:W3CDTF">2026-08-17T14:27:28Z</dcterms:created>
  <dcterms:modified xsi:type="dcterms:W3CDTF">2026-08-27T15:16:19Z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