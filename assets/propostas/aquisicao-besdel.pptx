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625"/>
  </p:normalViewPr>
  <p:slideViewPr>
    <p:cSldViewPr>
      <p:cViewPr varScale="1">
        <p:scale>
          <a:sx n="125" d="100"/>
          <a:sy n="125" d="100"/>
        </p:scale>
        <p:origin x="168" y="3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2764155" cy="718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50" spc="-515" dirty="0">
                <a:solidFill>
                  <a:srgbClr val="1F1F1F"/>
                </a:solidFill>
                <a:latin typeface="Arial Black"/>
                <a:cs typeface="Arial Black"/>
              </a:rPr>
              <a:t>BESOURO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Delivery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DAD6ADC-8914-FDA2-A5AA-60DA761BC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568" y="412102"/>
            <a:ext cx="63500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BESOURO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DELIVERY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Besouro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Delivery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CBB4187-EF4C-C0B0-5754-D9B8A14F6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" t="21190" r="1486" b="13811"/>
          <a:stretch>
            <a:fillRect/>
          </a:stretch>
        </p:blipFill>
        <p:spPr>
          <a:xfrm>
            <a:off x="5381059" y="1"/>
            <a:ext cx="68109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FCA5642-2264-32E5-F745-0B8A97FE7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0" b="13426"/>
          <a:stretch>
            <a:fillRect/>
          </a:stretch>
        </p:blipFill>
        <p:spPr>
          <a:xfrm>
            <a:off x="-7369" y="1390324"/>
            <a:ext cx="3892643" cy="442554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CE99A04-90AC-0A5B-52EC-0B90CBA26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43"/>
          <a:stretch>
            <a:fillRect/>
          </a:stretch>
        </p:blipFill>
        <p:spPr>
          <a:xfrm>
            <a:off x="4188532" y="1203158"/>
            <a:ext cx="7772400" cy="5063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8BC5FF6F-BCDF-0BD8-DFCB-11F361823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4" b="23333"/>
          <a:stretch>
            <a:fillRect/>
          </a:stretch>
        </p:blipFill>
        <p:spPr>
          <a:xfrm>
            <a:off x="-1600200" y="0"/>
            <a:ext cx="10828423" cy="6858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220FD59-9829-95BC-FB11-AC933244F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39" r="-652" b="10519"/>
          <a:stretch>
            <a:fillRect/>
          </a:stretch>
        </p:blipFill>
        <p:spPr>
          <a:xfrm>
            <a:off x="9029283" y="4191000"/>
            <a:ext cx="3183645" cy="278966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EE4ACE4-414E-DE70-24D7-67E5168D2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7" t="12587" r="23456" b="18078"/>
          <a:stretch>
            <a:fillRect/>
          </a:stretch>
        </p:blipFill>
        <p:spPr>
          <a:xfrm>
            <a:off x="9029284" y="1934784"/>
            <a:ext cx="3162716" cy="248481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2C5016F-60D3-801C-7A62-199C4D3C6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1" t="29290" b="19108"/>
          <a:stretch>
            <a:fillRect/>
          </a:stretch>
        </p:blipFill>
        <p:spPr>
          <a:xfrm>
            <a:off x="9029283" y="-457200"/>
            <a:ext cx="3270128" cy="25238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9219" y="2106824"/>
            <a:ext cx="465055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lang="pt-BR" sz="2200" spc="-140" dirty="0">
                <a:solidFill>
                  <a:srgbClr val="91FFB0"/>
                </a:solidFill>
                <a:latin typeface="Arial Black"/>
                <a:cs typeface="Arial Black"/>
              </a:rPr>
              <a:t>AQUISIÇÃO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: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6CB2D-30E2-1EBD-E39F-011B317B8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977" y="536353"/>
            <a:ext cx="63500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BESOURO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7</cp:revision>
  <dcterms:created xsi:type="dcterms:W3CDTF">2026-08-17T14:27:28Z</dcterms:created>
  <dcterms:modified xsi:type="dcterms:W3CDTF">2026-08-27T15:15:48Z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